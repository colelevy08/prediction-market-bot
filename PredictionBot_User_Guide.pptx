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FF8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058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pPr algn="ctr" indent="0" marL="0">
              <a:buNone/>
            </a:pPr>
            <a:r>
              <a:rPr lang="en-US" sz="44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8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Prediction Market Trading on Kalshi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 ML  |  106 Features  |  Real-Time Scanning  |  Paper &amp; Live Trading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PREDICTIONBOT?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trading bot for Kalshi prediction markets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606040" cy="21945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MODEL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(200 trees)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(150 trees)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60/40 weighted average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29000" y="1554480"/>
            <a:ext cx="2606040" cy="21945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7373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233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 FEATURES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61188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Volume, Time, Orderbook,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Efficiency, Momentum, Historical,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features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217920" y="1554480"/>
            <a:ext cx="2606040" cy="21945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373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40080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Backtesting, Paper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Trading, Live Trading, AI Hybrid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Cross-Platform Arb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Random Forest strategy by @noisyb0y1 — finds 2x undervalued prediction markets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Tailwind + Recharts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560320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32+ REST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APScheduler (24/7)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832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943600" y="1005840"/>
            <a:ext cx="2560320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 API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264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RSA-PSS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API v2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26480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kalshi.com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283464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←→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57784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←→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200400" y="3017520"/>
            <a:ext cx="256032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7490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38328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storage for trades,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scans, performance, training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383280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(optional)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2062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 installed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 installed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 account with API key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private key (.pem file)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 (optional, for AI)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project (optional, for DB)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VS PRODUCTION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KALSHI_USE_DEMO=true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37760" y="19202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demo.kalshi.co — no real money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kalshi.com — real trades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start with demo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shadow trading to validate first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production only after backtest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INTERFACE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pPr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502920" cy="201168"/>
          </a:xfrm>
          <a:prstGeom prst="rect">
            <a:avLst/>
          </a:prstGeom>
          <a:solidFill>
            <a:srgbClr val="2A2A00"/>
          </a:solidFill>
          <a:ln w="6350">
            <a:solidFill>
              <a:srgbClr val="4444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Kalshi   ● AI   ● RF (106)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589520" y="886968"/>
            <a:ext cx="822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8869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2821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43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overview, metrics, equity curve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039112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6712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130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743200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signals from scans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2478024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743200" y="2569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Kalshi balance and positions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2916936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4495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743200" y="3008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analyze live markets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355848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8386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" y="3447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274320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win rate, trade history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" y="3794760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2277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01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27432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Backtester + Shadow Trading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40080" y="4233672"/>
            <a:ext cx="7863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61688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60120" y="4325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2743200" y="4325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automation, connections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29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command center — see everything at a glance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RF(200) + GB(150) × 106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914400" cy="201168"/>
          </a:xfrm>
          <a:prstGeom prst="rect">
            <a:avLst/>
          </a:prstGeom>
          <a:solidFill>
            <a:srgbClr val="0D2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32588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920240" y="2468880"/>
            <a:ext cx="132588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68880"/>
            <a:ext cx="132588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132588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8348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132588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560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4652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772400" y="2468880"/>
            <a:ext cx="91440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0956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3931920" cy="10058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CURVE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cumulative P&amp;L over 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3931920" cy="10058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features ranked by model weight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FORMULAS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Entry: mkt ≤ prob × 0.5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Exit:  mkt ≥ prob × 0.9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Sharpe: (Rp - Rf) / 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MARKETS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market scanning works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SCAN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Scan button in the header bar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901952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Events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0" y="1901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top events from Kalshi by volume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432304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24323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Analysis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24323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all markets through 106-feature ensemble model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2962656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00400" y="29626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Claude AI provides qualitative reasoning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493008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728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Check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00400" y="3493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each signal against risk manager limits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9728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004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banner shows events, markets, and signals found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Scanned 18 events / 142 markets — 3 signals found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TAB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act on trading signals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55448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56032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PROB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56616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PRICE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57784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58368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589520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48640" y="1737360"/>
            <a:ext cx="8046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KXBTC-25...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5448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6616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+46%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8368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89520" y="18745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4864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KXETH-25...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5448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56032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56616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+37%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7784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8368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RF+AI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58952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KXSPY-25...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55448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56032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56616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+36%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57784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58368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58952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signals: model finds market is 2x+ undervalued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signals: price has converged to near fair value (90% of model)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check validates position limits, daily loss, and edge threshold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Trade button executes approved signals on Kalshi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TAB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live Kalshi account at a glance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56032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 BALANCE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$1,247.50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383280" y="1325880"/>
            <a:ext cx="530352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417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shows your real Kalshi balance, pulled directly from the API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POSITIONS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position shows: ticker, side, quantity, avg price, current price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Unrealized P&amp;L calculated in real-time from live market prices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green (profit) or red (loss)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ORDERS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42519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pending orders with cancel buttons — manage your order book directly from the UI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TAB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deep-dive into any Kalshi market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EVENTS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live Kalshi events sorted by volume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event title, category, market 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view individual markets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Analyze on any market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27432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106-feature breakdown for the market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probability vs. market probability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edge percentage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Entry/exit signal evaluation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&amp; exit price thresholds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TAB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trading performance over time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7452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01168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67.3%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9184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FACTOR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2900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2.14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70916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4632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$12.50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12648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MAE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6364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4.2%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543800" y="1325880"/>
            <a:ext cx="1280160" cy="822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MFE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8096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18.7%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57200" y="2377440"/>
            <a:ext cx="393192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CURVE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P&amp;L over all trades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with trade numbers on X axis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PER TRADE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937760" y="2788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showing profit/loss for each trade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bars = wins, Red bars = losses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HISTORY TABLE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log: ticker, side, entry/exit price, P&amp;L, log return, MAE/MFE, model probability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— BACKTESTER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strategy on historical data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($) — starting capital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Threshold — how undervalued (default 0.5)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Threshold — when to sell (default 0.9)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Confidence — model certainty (default 70%)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Markets — how many to fetch (default 200)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Backtest — train on 60%, test on 40%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Sweep — tests 25 combinations of entry threshold × confidence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ranked by Sharpe Ratio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equity curve, feature importance, and full trade log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RESULTS:  Win Rate  |  Sharpe Ratio  |  Profit Factor  |  Max Drawdown  |  CV Accuracy  |  OOB Score  |  Equity Curve  |  Trade Log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— SHADOW TRADING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trading with live market data — zero risk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DEMO FUNDS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914400" cy="320040"/>
          </a:xfrm>
          <a:prstGeom prst="rect">
            <a:avLst/>
          </a:prstGeom>
          <a:solidFill>
            <a:srgbClr val="0D2A1A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0" y="1783080"/>
            <a:ext cx="914400" cy="320040"/>
          </a:xfrm>
          <a:prstGeom prst="rect">
            <a:avLst/>
          </a:prstGeom>
          <a:solidFill>
            <a:srgbClr val="0D2A1A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26080" y="1783080"/>
            <a:ext cx="914400" cy="320040"/>
          </a:xfrm>
          <a:prstGeom prst="rect">
            <a:avLst/>
          </a:prstGeom>
          <a:solidFill>
            <a:srgbClr val="0D2A1A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23360" y="1783080"/>
            <a:ext cx="914400" cy="320040"/>
          </a:xfrm>
          <a:prstGeom prst="rect">
            <a:avLst/>
          </a:prstGeom>
          <a:solidFill>
            <a:srgbClr val="0D2A1A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20640" y="1783080"/>
            <a:ext cx="914400" cy="320040"/>
          </a:xfrm>
          <a:prstGeom prst="rect">
            <a:avLst/>
          </a:prstGeom>
          <a:solidFill>
            <a:srgbClr val="0D2A1A"/>
          </a:solidFill>
          <a:ln w="6350">
            <a:solidFill>
              <a:srgbClr val="1A4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2240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enter a custom amount — adds to balance without resetting history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All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everything and start fresh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65176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517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historical settled markets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6344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Once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6344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single scan cycle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512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Scan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6751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scanning every 60s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Tracks: balance, open positions, equity curve, Sharpe, win rate, P&amp;L, trade log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TRADING WORKFLOW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Demo Funds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preset ($100–$10K) or enter custom amount. Funds are added instantly — no account reset.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01368"/>
            <a:ext cx="365760" cy="36576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755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984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Train Model to fetch settled markets from Kalshi and train the RF+GB ensemble on real historical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51176"/>
            <a:ext cx="365760" cy="36576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05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340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Scan Once for a single cycle, or enable Auto Scan for continuous 60-second scanning with live market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300984"/>
            <a:ext cx="365760" cy="36576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255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Positions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4838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 opens and closes positions automatically based on entry/exit rules. Track open positions in real-time.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8229600" cy="640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50792"/>
            <a:ext cx="365760" cy="365760"/>
          </a:xfrm>
          <a:prstGeom prst="ellipse">
            <a:avLst/>
          </a:prstGeom>
          <a:solidFill>
            <a:srgbClr val="00FF87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Results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2336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equity curve, Sharpe ratio, win rate, and full trade log. When satisfied, switch to live trading.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TAB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risk, automation, and connections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PARAMETERS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Bet: $25 per trade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Edge: 8% threshold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 Limit: $100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Open Positions: 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AUTOMATION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Auto-Scan (Paper): scans every 60s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Auto-Trade (Live): executes on real Kalshi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scan interval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log shows recent activity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STATUS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Kalshi API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Connected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5176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Connected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6344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Model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34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106 features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751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Connected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STRATEGY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Entry, exit, and risk rules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RULE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market_price &lt;= model_prob * 0.5: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buy()  # Market is 2x undervalued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RULE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market_price &gt;= model_prob * 0.9: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sell()  # Price converged to fair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3383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Confidence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377440" y="3383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70%+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0" y="338328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must be at least 70% confident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3584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Edge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377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8%+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35844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probability must exceed market by 8%+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37856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Bet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377440" y="37856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00400" y="37856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cost per individual trade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0080" y="3986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377440" y="39867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00400" y="398678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trading if daily losses exceed limit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Positions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377440" y="4187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00400" y="41879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hold more than 10 open positions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MODEL — 106 FEATURES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Ensemble: RF(200) + GB(150), weighted 60/40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bid/ask, midpoint, log odds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9748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69748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69748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vol, OI ratio, intensity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137160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DECAY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8006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close, theta proxy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766560" y="137160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ORDERBOOK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03720" y="1737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9037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pressure, microprice, depth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" y="278892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9436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overround, vig, dislocation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560320" y="278892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9748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6974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69748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proxy, reversion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663440" y="278892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0060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80060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trend, volatility, skew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766560" y="2788920"/>
            <a:ext cx="1965960" cy="1188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90372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903720" y="3566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price×vol, risk-adj edge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106 total features per market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SUPABASE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persistent storage that survives restarts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463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paper and live trade with full metrics (P&amp;L, MAE, MFE, model prob)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scan_logs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2057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cycle — signals found, entries, exits, open positions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paper_state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2651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trader balance, positions, scan count (restore on restart)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performance_snapshots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0" y="3246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Sharpe, win rate, equity snapshots over 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model_training_runs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0" y="3840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accuracy, OOB score, feature importance per training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database methods are no-ops when Supabase isn't configured — everything still works without it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every git push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97480" cy="30175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GitHub repo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env variables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Auto-deploys on push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Procfile (uvicorn)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325880"/>
            <a:ext cx="2697480" cy="30175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16916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2044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GitHub repo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root to frontend/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VITE_API_URL env var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Auto-deploys on push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1325880"/>
            <a:ext cx="2697480" cy="30175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16916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0" y="20116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SQL schema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URL + Key to .env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Auto-connects on boot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8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BEST PRACTICES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most out of PredictionBot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3931920" cy="30175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start with KALSHI_USE_DEMO=true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shadow trading before risking real money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model before running scans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backtest to validate strategy settings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parameter sweep for optimal thresholds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3931920" cy="30175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USAGE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Sharpe Ratio — aim for &gt; 1.5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Supabase so data survives restarts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auto-scan for continuous monitoring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feature importance after training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small positions when going live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involves real financial risk. Past performance does not guarantee future results. Always validate with demo mode first.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PREDICTIONBOT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0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PredictionBot User Guide</dc:title>
  <dc:subject>PptxGenJS Presentation</dc:subject>
  <dc:creator>PredictionBot</dc:creator>
  <cp:lastModifiedBy>PredictionBot</cp:lastModifiedBy>
  <cp:revision>1</cp:revision>
  <dcterms:created xsi:type="dcterms:W3CDTF">2026-03-18T03:56:19Z</dcterms:created>
  <dcterms:modified xsi:type="dcterms:W3CDTF">2026-03-18T03:56:19Z</dcterms:modified>
</cp:coreProperties>
</file>